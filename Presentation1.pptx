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2A49C-679E-7D84-ADC2-12C5D32C9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26F279-CABE-E0F3-4867-BD9A8B1BC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87DAB-80C3-8237-9AD8-B09EC700C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2DBB-A7AB-4833-A9F5-90FE6B763540}" type="datetimeFigureOut">
              <a:rPr lang="en-MY" smtClean="0"/>
              <a:t>5/10/2026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70DE1-8156-2A6D-8348-65182D9BC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24073-5090-1FEE-A5D4-221E91D1A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FC94-E86E-4C37-82F4-50833F520FC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75457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FAE6B-5F46-EC1F-E72F-FFB7D4880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059DF-7CAF-F76E-9A98-CA3F27456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BD290-4EB8-1B30-C37A-70F343C27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2DBB-A7AB-4833-A9F5-90FE6B763540}" type="datetimeFigureOut">
              <a:rPr lang="en-MY" smtClean="0"/>
              <a:t>5/10/2026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1B742-AA42-3BB5-000C-F98C53EE3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AF4-E162-6BF8-266C-9BC477854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FC94-E86E-4C37-82F4-50833F520FC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5508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3FDEF-049E-1DDE-63F8-717897EF6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27800-2E8E-F06B-4AB4-3EF652252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8C28A-7DA1-0277-B1DD-1130857E3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2DBB-A7AB-4833-A9F5-90FE6B763540}" type="datetimeFigureOut">
              <a:rPr lang="en-MY" smtClean="0"/>
              <a:t>5/10/2026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4350F-0FB7-7DBC-8DDA-112EE7F65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125ED-7464-1DE1-825E-5232452CD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FC94-E86E-4C37-82F4-50833F520FC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74657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B15A2-DA68-C690-8E10-9BBB1B143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6871D-AB60-0BE1-ACB0-3C7F1F3AB1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F7A49-FB6F-CB58-0C3C-E480347C2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4DF7B-B8ED-84E8-AE5B-8A89C6C1F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2DBB-A7AB-4833-A9F5-90FE6B763540}" type="datetimeFigureOut">
              <a:rPr lang="en-MY" smtClean="0"/>
              <a:t>5/10/2026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9D98F-6FC5-19BE-4F28-4909BEA3C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170C9-3893-CD23-869D-11E4C1397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FC94-E86E-4C37-82F4-50833F520FC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23623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38A60-F40B-6877-EDB7-FD981DD2E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ACDF9-945F-E039-5C83-AA5F1FE0D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91DC5-D1A7-46DC-5D19-150427E8A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2E9E18-D90E-978E-BAA9-18B6D58808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0AF182-1E0A-AECB-DD81-2C51FEF04C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F08E1E-7A52-6F44-35D5-CC93B0066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2DBB-A7AB-4833-A9F5-90FE6B763540}" type="datetimeFigureOut">
              <a:rPr lang="en-MY" smtClean="0"/>
              <a:t>5/10/2026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4E03A-FD81-5407-B0DB-671D07866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6D3373-8AB9-7881-61F9-DE7158635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FC94-E86E-4C37-82F4-50833F520FC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68873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55CE2-A307-E193-DA07-69754134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B772FF-93B6-01B7-E5AD-8AF84C42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2DBB-A7AB-4833-A9F5-90FE6B763540}" type="datetimeFigureOut">
              <a:rPr lang="en-MY" smtClean="0"/>
              <a:t>5/10/2026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DC6138-3608-6E60-443D-C6826AFCE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7337E5-725D-9FDA-EACF-23B84CBDD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FC94-E86E-4C37-82F4-50833F520FC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02179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9A3A07-565F-6937-D989-A0FBE56F6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2DBB-A7AB-4833-A9F5-90FE6B763540}" type="datetimeFigureOut">
              <a:rPr lang="en-MY" smtClean="0"/>
              <a:t>5/10/2026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43DA19-3A95-31D1-9726-A3E23F691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E73A7-5F8B-C0C8-C911-FBB7E2E04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FC94-E86E-4C37-82F4-50833F520FC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38263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3C4AF-F8E3-9D73-EA55-C620D2067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BC2FE-F75C-99EA-9802-A5BE28B48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875767-EDC6-56F0-6039-308821E61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0CAFB-EFD1-E499-CCDB-B78BF4311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2DBB-A7AB-4833-A9F5-90FE6B763540}" type="datetimeFigureOut">
              <a:rPr lang="en-MY" smtClean="0"/>
              <a:t>5/10/2026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3751A-1FB3-668D-1945-08AB112B6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BC7032-253B-CDD1-9F0B-5A719063C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FC94-E86E-4C37-82F4-50833F520FC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31648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A68BE-E058-8992-2404-BD36763D8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A220E1-43D0-B3BF-B345-4F2F9CCB210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C58EF-C2AA-F956-996F-F83135EBC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9D76C-4FD3-127F-796A-6D1AA519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2DBB-A7AB-4833-A9F5-90FE6B763540}" type="datetimeFigureOut">
              <a:rPr lang="en-MY" smtClean="0"/>
              <a:t>5/10/2026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8412F5-09B7-3F1E-0667-9BAA4B747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09E73-011A-15F4-3BC6-1C8D4103D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FC94-E86E-4C37-82F4-50833F520FC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40052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D44D6-E24F-DE08-475E-0423DF1AE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FCC9B-078D-4E0F-368E-67A1103ED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70EAC-1F21-BC90-492C-6E222BCF0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2DBB-A7AB-4833-A9F5-90FE6B763540}" type="datetimeFigureOut">
              <a:rPr lang="en-MY" smtClean="0"/>
              <a:t>5/10/2026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E46A8-D119-C4AA-AA02-A3C50FE6C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47676-BEE4-0F96-5C08-61A0BA48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FC94-E86E-4C37-82F4-50833F520FC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2200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80CC84-18C5-937F-8C9A-EF795CF140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A0FC84-30BD-377C-5241-20409CA92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563B6-E9BB-5958-BF97-8C285D1A8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2DBB-A7AB-4833-A9F5-90FE6B763540}" type="datetimeFigureOut">
              <a:rPr lang="en-MY" smtClean="0"/>
              <a:t>5/10/2026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5F8E0-6E58-C7F9-2A16-8A85F7DA4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EB39C-FBEE-8D87-5149-17F21AA84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FC94-E86E-4C37-82F4-50833F520FC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88721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3EE94D-A7EE-F241-8F31-C2BCD52F8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DEA5C-34E8-0550-19D2-A54E248AB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EA640-79AF-0595-488E-CEAAC48B06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7F2DBB-A7AB-4833-A9F5-90FE6B763540}" type="datetimeFigureOut">
              <a:rPr lang="en-MY" smtClean="0"/>
              <a:t>5/10/2026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072B5-5703-C0FD-EFF3-3C77044A2E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B579B-32A2-4566-D749-27B1AB9DB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AFC94-E86E-4C37-82F4-50833F520FC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08016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38423-D398-7AA3-34BF-3D07196C0F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*</a:t>
            </a:r>
            <a:endParaRPr lang="en-MY" dirty="0"/>
          </a:p>
        </p:txBody>
      </p:sp>
      <p:pic>
        <p:nvPicPr>
          <p:cNvPr id="4" name="Screen Recording 2026-10-05 075829">
            <a:hlinkClick r:id="" action="ppaction://media"/>
            <a:extLst>
              <a:ext uri="{FF2B5EF4-FFF2-40B4-BE49-F238E27FC236}">
                <a16:creationId xmlns:a16="http://schemas.microsoft.com/office/drawing/2014/main" id="{269CEAB0-601A-0F76-8D90-A59121E6621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633118" y="428216"/>
            <a:ext cx="2925763" cy="634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4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8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</Words>
  <Application>Microsoft Office PowerPoint</Application>
  <PresentationFormat>Widescreen</PresentationFormat>
  <Paragraphs>1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*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  Teja</dc:creator>
  <cp:lastModifiedBy>Arun  Teja</cp:lastModifiedBy>
  <cp:revision>1</cp:revision>
  <dcterms:created xsi:type="dcterms:W3CDTF">2026-10-05T11:32:23Z</dcterms:created>
  <dcterms:modified xsi:type="dcterms:W3CDTF">2026-10-05T11:33:25Z</dcterms:modified>
</cp:coreProperties>
</file>